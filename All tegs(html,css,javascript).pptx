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574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справочник по вебу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pPr algn="ctr" indent="0" marL="0">
              <a:buNone/>
            </a:pPr>
            <a:r>
              <a:rPr lang="en-US" sz="26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26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pPr algn="ctr" indent="0" marL="0">
              <a:buNone/>
            </a:pPr>
            <a:r>
              <a:rPr lang="en-US" sz="26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26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теги, свойства и ключевые слова — и что каждое из них делает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63440"/>
            <a:ext cx="749808" cy="74980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663440"/>
            <a:ext cx="749808" cy="74980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663440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все теги</a:t>
            </a:r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1591056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элементы HTML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документа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страницы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служебная часть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вкладки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&lt;base&gt;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адрес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ресурса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 внутри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видимое содержимое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шапка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подвал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основное содержимое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боковой блок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1-го уровня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2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3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4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5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все теги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&lt;hgroup&gt;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заголовков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&lt;address&gt;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/ контакты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&lt;search&gt;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поиска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/ контейнер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абзац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строчный блок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строки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линия-разделитель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как есть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&lt;blockquote&gt;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цитата-блок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строчная цитата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&lt;cite&gt;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(номера)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(маркеры)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списка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определений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&lt;menu&gt;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меню-список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&lt;figcaption&gt;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к рисунку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все теги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(курсив)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текст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жирный текст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курсив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подчёркивание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зачёркнутый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&lt;small&gt;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мелкий текст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&lt;mark&gt;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выделение маркером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&lt;abbr&gt;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аббревиатура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&lt;code&gt;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 тексте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&lt;kbd&gt;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клавиши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&lt;samp&gt;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программы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&lt;var&gt;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(текст)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&lt;sub&gt;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нижний индекс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верхний индекс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/ время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&lt;data&gt;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машинные данные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&lt;dfn&gt;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определяемый термин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&lt;bdi&gt;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направления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&lt;bdo&gt;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текста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&lt;ruby&gt;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фонетика (руби)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руби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все теги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скобки руби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&lt;wbr&gt;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переноса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удалённый текст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добавленный текст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&lt;picture&gt;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картинка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&lt;source&gt;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медиа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карта-изображение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&lt;area&gt;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карты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&lt;track&gt;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субтитры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страница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&lt;embed&gt;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встраивание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&lt;object&gt;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объект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&lt;canvas&gt;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рисование (2D/3D)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&lt;svg&gt;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графика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&lt;math&gt;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(MathML)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JS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&lt;noscript&gt;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JS выключен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&lt;template&gt;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скрытый шаблон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&lt;slot&gt;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слот компонента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все теги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&lt;caption&gt;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таблицы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шапка таблицы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таблицы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&lt;tfoot&gt;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 таблицы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ячейки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ячейка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столбец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&lt;colgroup&gt;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столбцов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ввода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к полю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выпадающий список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списка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&lt;optgroup&gt;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вариантов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&lt;datalist&gt;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автозаполн.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многострочное поле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полей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&lt;legend&gt;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группы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&lt;output&gt;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вычисления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все теги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&lt;progress&gt;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выполнения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&lt;meter&gt;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/ измеритель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раскрывающийся блок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&lt;summary&gt;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раскрытия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&lt;dialog&gt;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диалоговое окно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свойства</a:t>
            </a:r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1591056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и продвинутые свойства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текста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visibility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(кратко)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фона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фоновая картинка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фона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background-position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фона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фона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background-attachment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фона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background-clip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обрезка фона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шрифт (кратко)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семейство шрифта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шрифта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жирность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начертание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font-variant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шрифта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строки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letter-spacing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 букв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word-spacing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 слов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текста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подчёркивание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свойства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text-transform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 букв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text-indent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 абзаца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text-shadow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тень текста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text-overflow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обрезка текста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white-space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пробелы / переносы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word-break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слов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overflow-wrap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длинных слов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writing-mode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письма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текста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vertical-align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вертик. выравнивание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list-style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 списка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list-style-type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 списка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hyphens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переносы по слогам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min-width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мин. ширина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ширина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мин. высота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max-height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высота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 снаружи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 внутри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рамки в размере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свойства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рамка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border-width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толщина рамки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border-style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 рамки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border-color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рамки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скругление углов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border-collapse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схлопывание границ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border-spacing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 границ таблицы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outline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обводка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outline-offset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 обводки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тень блока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отображения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сверху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справа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снизу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слева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(все стороны)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(глубина)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обтекание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отмена обтекания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переполнение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overflow-x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переполнение по X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свойства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overflow-y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переполнение по Y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гибкий блок (кратко)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flex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flex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растягивание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flex-shrink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flex-basis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размер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по главной оси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по поперечной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align-content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строк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элемента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промежуток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row-gap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промежуток по строкам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column-gap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промежуток по столбцам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(кратко)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сетки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сетки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области сетки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элемента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grid-row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элемента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элемента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свойства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grid-auto-flow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авто-размещение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place-items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в сетке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place-content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выравн. содержимого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текста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column-count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колонок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column-width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колонки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трансформация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transform-origin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трансформации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плавный переход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transition-duration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 перехода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transition-delay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перехода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animation-name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анимации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скорости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animation-delay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animation-iteration-count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повторов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animation-direction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animation-fill-mode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вне анимации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анимации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курсора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pointer-events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на мышь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свойства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user-select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выделение текста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вставка содержимого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(blur и др.)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backdrop-filter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фона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clip-path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обрезка по фигуре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object-fit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вписывание картинки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object-position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картинки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aspect-ratio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соотношение сторон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resize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размера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scroll-behavior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плавная прокрутка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accent-color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акцента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caret-color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курсора ввода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appearance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вид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mix-blend-mode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смешивание слоёв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will-change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браузеру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 всех свойств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стилей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CSS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(переменные)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1591056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слова, объекты и методы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переменная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 значение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стрелочная функция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варианта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в switch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с условием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(хотя бы раз)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прервать цикл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пропустить шаг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попытка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перехват ошибки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любом случае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выбросить ошибку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объект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свойство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значения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типа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ключ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значений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объект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родительский класс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статическое свойство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геттер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сеттер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функция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ждать результат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отдать из генератора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модуля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модуля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 (нет объекта)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определено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число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бесконечность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массивы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данных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выражения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ключ→значение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множество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(асинхрон.)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ключ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числа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→ целое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→ дробное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isNaN()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NaN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encodeURIComponent()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кодировать URL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строку кода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по времени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 повтор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requestAnimationFrame()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анимации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на сервер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structuredClone()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глубокая копия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браузера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(DOM)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браузера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страницы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переходов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(постоянно)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sessionStorage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(на сессию)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в консоль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по id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по селектору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все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элемент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внутрь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конец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prepend()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начало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элемент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cloneNode()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копия элемента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внутри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элемента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поля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элемента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задать атрибут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атрибут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 элемента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data-атрибуты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 события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removeEventListener()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обработчик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preventDefault()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отменить действие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stopPropagation()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 всплытие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oninput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onsubmit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формы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onkeydown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нажатие клавиши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.push()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массив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.pop()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с конца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.shift()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с начала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.unshift()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начало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преобразовать все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.filter()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отфильтровать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.reduce()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свернуть в одно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.forEach()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перебрать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элемент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.includes()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содержит ли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.indexOf()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элемента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.slice()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вырезать копию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.splice()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вставить/удалить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.concat()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объединить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→ строку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.sort()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сортировать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.reverse()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перевернуть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.some()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хоть один подходит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.every()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подходят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.flat()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вложенность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.toUpperCase()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ВЕРХНИЙ регистр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.toLowerCase()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нижний регистр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.trim()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пробелы по краям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→ массив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.replaceAll()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всех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508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.substring()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строки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475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algn="l" indent="0" marL="0">
              <a:buNone/>
            </a:pPr>
            <a:r>
              <a:rPr lang="en-US" sz="3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продолжение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.startsWith()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начинается с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7724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.endsWith()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заканчивается на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.padStart()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дополнить слева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724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.repeat()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повторить строку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Object.keys()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объекта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Object.values()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объекта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Object.entries()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пары ключ-значение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Object.assign()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копировать свойства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Object.freeze()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заморозить объект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JSON.stringify()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→ строку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939444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JSON.parse()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→ объект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1783080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.toFixed()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округлить дробь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2198716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число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2614353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округлить вниз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3029989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Math.ceil()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округлить вверх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4562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Math.round()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округлить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5080" y="3861262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Math.max()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55080" y="4276898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Math.min()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355080" y="4692535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Math.abs()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числа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355080" y="5108171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Math.pow()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возведение в степень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55080" y="5523807"/>
            <a:ext cx="507492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Math.sqrt()</a:t>
            </a:r>
            <a:pPr algn="l"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algn="l" indent="0" marL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2026-08-14T07:02:53Z</dcterms:created>
  <dcterms:modified xsi:type="dcterms:W3CDTF">2026-08-14T07:02:53Z</dcterms:modified>
</cp:coreProperties>
</file>